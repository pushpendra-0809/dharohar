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BBF24"/>
                </a:solidFill>
                <a:latin typeface="Arial"/>
              </a:defRPr>
            </a:pPr>
            <a:r>
              <a:t>DHAROHAR 1.0</a:t>
            </a:r>
          </a:p>
          <a:p>
            <a:pPr>
              <a:spcBef>
                <a:spcPts val="10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t>UML Use Case Diagram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62895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Smart India Hackathon 2026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Theme: Heritage &amp; Cultural Education | Target Heritage Site: Ancient Nalanda Mahavihara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</a:defRPr>
            </a:pPr>
            <a:r>
              <a:t>Purpose: Formal Use Case modeling for educational, tourism, and system actors.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UML USE CASE DIAGRAM — DHAROHAR 1.0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System Boundary, Primary User Actors, Use Cases, and Supporting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1143000"/>
            <a:ext cx="4693615" cy="5303520"/>
          </a:xfrm>
          <a:prstGeom prst="rect">
            <a:avLst/>
          </a:prstGeom>
          <a:solidFill>
            <a:srgbClr val="FEFCE8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19" y="1234440"/>
            <a:ext cx="4327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A8A04"/>
                </a:solidFill>
              </a:defRPr>
            </a:pPr>
            <a:r>
              <a:t>DHAROHAR 1.0 SYSTEM BOUNDARY</a:t>
            </a:r>
          </a:p>
        </p:txBody>
      </p:sp>
      <p:sp>
        <p:nvSpPr>
          <p:cNvPr id="6" name="Oval 5"/>
          <p:cNvSpPr/>
          <p:nvPr/>
        </p:nvSpPr>
        <p:spPr>
          <a:xfrm>
            <a:off x="4114799" y="1600200"/>
            <a:ext cx="3962095" cy="62179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UC-01: Explore Virtual Nalanda</a:t>
            </a:r>
            <a:br/>
            <a:r>
              <a:t>(2D Immersive Walkthrough)</a:t>
            </a:r>
          </a:p>
        </p:txBody>
      </p:sp>
      <p:sp>
        <p:nvSpPr>
          <p:cNvPr id="7" name="Oval 6"/>
          <p:cNvSpPr/>
          <p:nvPr/>
        </p:nvSpPr>
        <p:spPr>
          <a:xfrm>
            <a:off x="4114799" y="2331720"/>
            <a:ext cx="3962095" cy="62179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UC-02: Interact with Historical NPCs</a:t>
            </a:r>
            <a:br/>
            <a:r>
              <a:t>(Merchant, Silabhadra, Acharya)</a:t>
            </a:r>
          </a:p>
        </p:txBody>
      </p:sp>
      <p:sp>
        <p:nvSpPr>
          <p:cNvPr id="8" name="Oval 7"/>
          <p:cNvSpPr/>
          <p:nvPr/>
        </p:nvSpPr>
        <p:spPr>
          <a:xfrm>
            <a:off x="4114799" y="3063240"/>
            <a:ext cx="3962095" cy="62179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UC-03: Solve Domain Puzzles</a:t>
            </a:r>
            <a:br/>
            <a:r>
              <a:t>(Math, Astronomy, Ayurveda, Logic)</a:t>
            </a:r>
          </a:p>
        </p:txBody>
      </p:sp>
      <p:sp>
        <p:nvSpPr>
          <p:cNvPr id="9" name="Oval 8"/>
          <p:cNvSpPr/>
          <p:nvPr/>
        </p:nvSpPr>
        <p:spPr>
          <a:xfrm>
            <a:off x="4114799" y="3794760"/>
            <a:ext cx="3962095" cy="62179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UC-04: Complete Landmark Chapters</a:t>
            </a:r>
            <a:br/>
            <a:r>
              <a:t>(Stupa, Library, Vihara)</a:t>
            </a:r>
          </a:p>
        </p:txBody>
      </p:sp>
      <p:sp>
        <p:nvSpPr>
          <p:cNvPr id="10" name="Oval 9"/>
          <p:cNvSpPr/>
          <p:nvPr/>
        </p:nvSpPr>
        <p:spPr>
          <a:xfrm>
            <a:off x="4114799" y="4526280"/>
            <a:ext cx="3962095" cy="62179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UC-05: Track Progress &amp; Scrolls</a:t>
            </a:r>
            <a:br/>
            <a:r>
              <a:t>(EXP, Levels, 3 Sacred Scrolls)</a:t>
            </a:r>
          </a:p>
        </p:txBody>
      </p:sp>
      <p:sp>
        <p:nvSpPr>
          <p:cNvPr id="11" name="Oval 10"/>
          <p:cNvSpPr/>
          <p:nvPr/>
        </p:nvSpPr>
        <p:spPr>
          <a:xfrm>
            <a:off x="4114799" y="5257800"/>
            <a:ext cx="3962095" cy="62179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UC-06: Web Demo &amp; Download Access</a:t>
            </a:r>
            <a:br/>
            <a:r>
              <a:t>(WebAssembly &amp; Game Distribution)</a:t>
            </a:r>
          </a:p>
        </p:txBody>
      </p:sp>
      <p:sp>
        <p:nvSpPr>
          <p:cNvPr id="12" name="Oval 11"/>
          <p:cNvSpPr/>
          <p:nvPr/>
        </p:nvSpPr>
        <p:spPr>
          <a:xfrm>
            <a:off x="4114799" y="5852160"/>
            <a:ext cx="3962095" cy="62179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UC-07: Interactive History Lessons</a:t>
            </a:r>
            <a:br/>
            <a:r>
              <a:t>(Educational Content Access)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Student / Learner</a:t>
            </a:r>
          </a:p>
          <a:p>
            <a:pPr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Role: History &amp; Science Learner</a:t>
            </a:r>
            <a:br/>
            <a:r>
              <a:t>Multiplicity: 1..*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Virtual Tourist</a:t>
            </a:r>
          </a:p>
          <a:p>
            <a:pPr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Role: Cultural Explorer</a:t>
            </a:r>
            <a:br/>
            <a:r>
              <a:t>Multiplicity: 0..*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Teacher / Educator</a:t>
            </a:r>
          </a:p>
          <a:p>
            <a:pPr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Role: Curriculum Facilitator</a:t>
            </a:r>
            <a:br/>
            <a:r>
              <a:t>Multiplicity: 0..*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Godot Game Engine</a:t>
            </a:r>
          </a:p>
          <a:p>
            <a:pPr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Role: Physics, Navigation &amp; Logic</a:t>
            </a:r>
            <a:br/>
            <a:r>
              <a:t>Multiplicity: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20040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Web Platform &amp; Storage</a:t>
            </a:r>
          </a:p>
          <a:p>
            <a:pPr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Role: Browser Runtime &amp; Save Mirror</a:t>
            </a:r>
            <a:br/>
            <a:r>
              <a:t>Multiplicity: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75488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Heritage Content Evaluator</a:t>
            </a:r>
          </a:p>
          <a:p>
            <a:pPr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Role: Fact Verification &amp; Review</a:t>
            </a:r>
            <a:br/>
            <a:r>
              <a:t>Multiplicity: 0..*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ACTOR &amp; USE CASE SPECIFICATION MATRIX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Mapping of primary/secondary actors, roles, responsibilities, and system interactions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097280"/>
                <a:gridCol w="3291840"/>
                <a:gridCol w="323057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Actor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Multiplicity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Functional Objective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Associated Use Cases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Student / Learner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1..*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Explores Nalanda, passes admission, solves domain puzzles, tracks EXP progression.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UC-02, UC-03, UC-04, UC-05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Virtual Tourist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0..*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Experience architectural reconstruction, culture, and ancient university heritage.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UC-02, UC-06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Teacher / Educator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0..*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Uses interactive lesson modules and historical reasoning scenarios in class.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Godot Game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Executes 2D physics, dialogue typewriter rendering, A* pathfinding, and puzzles.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UC-01, UC-03, UC-04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Web Platform /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Hosts WebAssembly build, synchronizes IndexedDB &amp; localStorage persistence.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UC-05, UC-06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Heritage Content Evaluator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0..*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Validates curriculum accuracy, historical authenticity, and learning metrics.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UC-04, UC-07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STRATEGIC IMPACT &amp; BENEFIT MAPPING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Alignment with Smart India Hackathon 2026 goals, UN SDGs, and National Heritage Preservation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EDUCATION (SDG 4 - QUALITY EDUCATION)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Students: Replaces rote learning with interactive, gamified history and ancient Indian science.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Teachers: Provides structured digital classroom modules for Mathematics, Astronomy, Ayurveda, and Logic.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Retention: Increases conceptual clarity through hands-on puzzle solving under Acharya (Teacher 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TOURISM &amp; HERITAGE (SDG 11 - SUSTAINABLE COMMUNITIES)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Virtual Exploration: 1:1 authentic 2D digital reconstruction of ancient Nalanda Mahavihara.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Cultural Discovery: Interactive visits to the Great Stupa, Dharmaganja Library, and Monastic Viharas.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Accessibility: Enables remote global audiences to experience Indian cultural heritage.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53949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ECONOMIC &amp; COMMUNITY DEVELOPMENT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Heritage Tourism: Promotes tourism interest and historical curiosity among young generations.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Employment &amp; Tech: Creates digital archives and opportunities for cultural preservation media.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Cross-Platform Reach: Low-latency web browser access without high-end hardware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3949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SYSTEM &amp; LEARNING PERFORMANCE METRICS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Traditional vs Dharohar: Higher engagement in history, active logic participation, and long-term retention.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Save State Integrity: Persistent IndexedDB multi-layered storage prevents progression loss.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• Web Demo Gating: Smooth player onboarding with seamless path to full game download.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